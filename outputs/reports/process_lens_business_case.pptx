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Process Lens — Order-to-Cash Business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Where is the O2C fulfillment process breaking down, what does it cost, and what's the fix?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Situation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- 96,455 real Olist e-commerce orders analyzed end-to-end</a:t>
            </a:r>
          </a:p>
          <a:p>
            <a:pPr>
              <a:defRPr sz="1600"/>
            </a:pPr>
            <a:r>
              <a:t>- Overall on-time delivery (OTD) rate: 91.9%</a:t>
            </a:r>
          </a:p>
          <a:p>
            <a:pPr>
              <a:defRPr sz="1600"/>
            </a:pPr>
            <a:r>
              <a:t>- Late order rate: 8.1% (7,826 orders)</a:t>
            </a:r>
          </a:p>
          <a:p>
            <a:pPr>
              <a:defRPr sz="1600"/>
            </a:pPr>
            <a:r>
              <a:t>- Carrier delivery is 3.9x longer than pick/pack -- 7.09 vs 1.84 days median</a:t>
            </a:r>
          </a:p>
        </p:txBody>
      </p:sp>
      <p:pic>
        <p:nvPicPr>
          <p:cNvPr id="4" name="Picture 3" descr="stage_cycle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Complication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- Delivered stage confirmed as the primary bottleneck (Mann-Whitney U, p&lt;0.000001, large effect)</a:t>
            </a:r>
          </a:p>
          <a:p>
            <a:pPr>
              <a:defRPr sz="1600"/>
            </a:pPr>
            <a:r>
              <a:t>- Late orders take about 17 more days at this single stage than on-time orders</a:t>
            </a:r>
          </a:p>
          <a:p>
            <a:pPr>
              <a:defRPr sz="1600"/>
            </a:pPr>
            <a:r>
              <a:t>- About 18 seller-customer routes account for 80% of all late deliveries</a:t>
            </a:r>
          </a:p>
          <a:p>
            <a:pPr>
              <a:defRPr sz="1600"/>
            </a:pPr>
            <a:r>
              <a:t>- Highest-cost route alone costs $496,942/year to serve</a:t>
            </a:r>
          </a:p>
        </p:txBody>
      </p:sp>
      <p:pic>
        <p:nvPicPr>
          <p:cNvPr id="4" name="Picture 3" descr="cost_to_se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- Recommendation: target carrier renegotiation on the top ~18 highest-cost routes</a:t>
            </a:r>
          </a:p>
          <a:p>
            <a:pPr>
              <a:defRPr sz="1600"/>
            </a:pPr>
            <a:r>
              <a:t>- Base case: 3-year NPV $98,639, payback in 0.7 years</a:t>
            </a:r>
          </a:p>
          <a:p>
            <a:pPr>
              <a:defRPr sz="1600"/>
            </a:pPr>
            <a:r>
              <a:t>- Even the pessimistic scenario is NPV-positive ($2,896)</a:t>
            </a:r>
          </a:p>
          <a:p>
            <a:pPr>
              <a:defRPr sz="1600"/>
            </a:pPr>
            <a:r>
              <a:t>- Validated via discrete-event simulation before recommending, not just modeled on paper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- Simulation calibrated to real data: 91.6% simulated vs 91.9% observed</a:t>
            </a:r>
          </a:p>
          <a:p>
            <a:pPr>
              <a:defRPr sz="1600"/>
            </a:pPr>
            <a:r>
              <a:t>- To-be redesign: OTD improves from 91.6% to 96.3% (4.7pp)</a:t>
            </a:r>
          </a:p>
          <a:p>
            <a:pPr>
              <a:defRPr sz="1600"/>
            </a:pPr>
            <a:r>
              <a:t>- Confirmed via non-overlapping 95% confidence intervals across 20 replications</a:t>
            </a:r>
          </a:p>
          <a:p>
            <a:pPr>
              <a:defRPr sz="1600"/>
            </a:pPr>
            <a:r>
              <a:t>- Predictive classifier (AUC-ROC 0.74) flags at-risk orders at creation -- top 20% flagged catches 41.5% of late orders</a:t>
            </a:r>
          </a:p>
        </p:txBody>
      </p:sp>
      <p:pic>
        <p:nvPicPr>
          <p:cNvPr id="4" name="Picture 3" descr="ot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486400" cy="4389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